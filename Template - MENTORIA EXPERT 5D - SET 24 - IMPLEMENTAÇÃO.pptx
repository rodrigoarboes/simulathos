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Lato Bold Italics" charset="1" panose="020F0502020204030203"/>
      <p:regular r:id="rId32"/>
    </p:embeddedFont>
    <p:embeddedFont>
      <p:font typeface="Manjari" charset="1" panose="02000503000000000000"/>
      <p:regular r:id="rId33"/>
    </p:embeddedFont>
    <p:embeddedFont>
      <p:font typeface="Lato Bold" charset="1" panose="020F0502020204030203"/>
      <p:regular r:id="rId34"/>
    </p:embeddedFont>
    <p:embeddedFont>
      <p:font typeface="Lato Italics" charset="1" panose="020F0502020204030203"/>
      <p:regular r:id="rId35"/>
    </p:embeddedFont>
    <p:embeddedFont>
      <p:font typeface="Manjari Bold" charset="1" panose="02000503000000000000"/>
      <p:regular r:id="rId36"/>
    </p:embeddedFont>
    <p:embeddedFont>
      <p:font typeface="Open Sans Bold" charset="1" panose="020B0806030504020204"/>
      <p:regular r:id="rId37"/>
    </p:embeddedFont>
    <p:embeddedFont>
      <p:font typeface="Open Sans" charset="1" panose="020B0606030504020204"/>
      <p:regular r:id="rId38"/>
    </p:embeddedFont>
    <p:embeddedFont>
      <p:font typeface="Lato" charset="1" panose="020F05020202040302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21.pn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07554">
            <a:off x="2165298" y="1028700"/>
            <a:ext cx="13114900" cy="8229600"/>
          </a:xfrm>
          <a:custGeom>
            <a:avLst/>
            <a:gdLst/>
            <a:ahLst/>
            <a:cxnLst/>
            <a:rect r="r" b="b" t="t" l="l"/>
            <a:pathLst>
              <a:path h="8229600" w="13114900">
                <a:moveTo>
                  <a:pt x="0" y="0"/>
                </a:moveTo>
                <a:lnTo>
                  <a:pt x="13114901" y="0"/>
                </a:lnTo>
                <a:lnTo>
                  <a:pt x="131149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592047">
            <a:off x="6539507" y="-3275030"/>
            <a:ext cx="20477568" cy="12858206"/>
          </a:xfrm>
          <a:custGeom>
            <a:avLst/>
            <a:gdLst/>
            <a:ahLst/>
            <a:cxnLst/>
            <a:rect r="r" b="b" t="t" l="l"/>
            <a:pathLst>
              <a:path h="12858206" w="20477568">
                <a:moveTo>
                  <a:pt x="0" y="0"/>
                </a:moveTo>
                <a:lnTo>
                  <a:pt x="20477568" y="0"/>
                </a:lnTo>
                <a:lnTo>
                  <a:pt x="20477568" y="12858206"/>
                </a:lnTo>
                <a:lnTo>
                  <a:pt x="0" y="12858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666633">
            <a:off x="-9019701" y="2557421"/>
            <a:ext cx="22199713" cy="13939570"/>
          </a:xfrm>
          <a:custGeom>
            <a:avLst/>
            <a:gdLst/>
            <a:ahLst/>
            <a:cxnLst/>
            <a:rect r="r" b="b" t="t" l="l"/>
            <a:pathLst>
              <a:path h="13939570" w="22199713">
                <a:moveTo>
                  <a:pt x="0" y="0"/>
                </a:moveTo>
                <a:lnTo>
                  <a:pt x="22199713" y="0"/>
                </a:lnTo>
                <a:lnTo>
                  <a:pt x="22199713" y="13939570"/>
                </a:lnTo>
                <a:lnTo>
                  <a:pt x="0" y="1393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73786" y="3733234"/>
            <a:ext cx="3740429" cy="2601516"/>
          </a:xfrm>
          <a:custGeom>
            <a:avLst/>
            <a:gdLst/>
            <a:ahLst/>
            <a:cxnLst/>
            <a:rect r="r" b="b" t="t" l="l"/>
            <a:pathLst>
              <a:path h="2601516" w="3740429">
                <a:moveTo>
                  <a:pt x="0" y="0"/>
                </a:moveTo>
                <a:lnTo>
                  <a:pt x="3740428" y="0"/>
                </a:lnTo>
                <a:lnTo>
                  <a:pt x="3740428" y="2601516"/>
                </a:lnTo>
                <a:lnTo>
                  <a:pt x="0" y="2601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17328" y="6649220"/>
            <a:ext cx="7253343" cy="4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3270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Chegou a hora de subir de nível...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17358" y="-10379849"/>
            <a:ext cx="48869079" cy="31339124"/>
            <a:chOff x="0" y="0"/>
            <a:chExt cx="65158772" cy="41785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360091" y="13402705"/>
              <a:ext cx="13398807" cy="16742783"/>
            </a:xfrm>
            <a:custGeom>
              <a:avLst/>
              <a:gdLst/>
              <a:ahLst/>
              <a:cxnLst/>
              <a:rect r="r" b="b" t="t" l="l"/>
              <a:pathLst>
                <a:path h="16742783" w="13398807">
                  <a:moveTo>
                    <a:pt x="0" y="0"/>
                  </a:moveTo>
                  <a:lnTo>
                    <a:pt x="13398807" y="0"/>
                  </a:lnTo>
                  <a:lnTo>
                    <a:pt x="13398807" y="16742783"/>
                  </a:lnTo>
                  <a:lnTo>
                    <a:pt x="0" y="16742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545352">
              <a:off x="12372573" y="9121428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79" y="0"/>
                  </a:lnTo>
                  <a:lnTo>
                    <a:pt x="25428779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545352">
              <a:off x="11693772" y="15894135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545352">
              <a:off x="26286143" y="9121428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545352">
              <a:off x="27439638" y="15894135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969926"/>
              <a:ext cx="35097792" cy="35815572"/>
            </a:xfrm>
            <a:custGeom>
              <a:avLst/>
              <a:gdLst/>
              <a:ahLst/>
              <a:cxnLst/>
              <a:rect r="r" b="b" t="t" l="l"/>
              <a:pathLst>
                <a:path h="35815572" w="35097792">
                  <a:moveTo>
                    <a:pt x="0" y="0"/>
                  </a:moveTo>
                  <a:lnTo>
                    <a:pt x="35097792" y="0"/>
                  </a:lnTo>
                  <a:lnTo>
                    <a:pt x="35097792" y="35815572"/>
                  </a:lnTo>
                  <a:lnTo>
                    <a:pt x="0" y="3581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4000"/>
              </a:blip>
              <a:stretch>
                <a:fillRect l="-16019" t="-6847" r="0" b="-6847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9870020" y="0"/>
              <a:ext cx="35288753" cy="35815572"/>
            </a:xfrm>
            <a:custGeom>
              <a:avLst/>
              <a:gdLst/>
              <a:ahLst/>
              <a:cxnLst/>
              <a:rect r="r" b="b" t="t" l="l"/>
              <a:pathLst>
                <a:path h="35815572" w="35288753">
                  <a:moveTo>
                    <a:pt x="0" y="0"/>
                  </a:moveTo>
                  <a:lnTo>
                    <a:pt x="35288752" y="0"/>
                  </a:lnTo>
                  <a:lnTo>
                    <a:pt x="35288752" y="35815572"/>
                  </a:lnTo>
                  <a:lnTo>
                    <a:pt x="0" y="3581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999"/>
              </a:blip>
              <a:stretch>
                <a:fillRect l="0" t="-7156" r="-16019" b="-715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0" y="2549298"/>
            <a:ext cx="7912374" cy="585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23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Quero te guiar na construção de um negócio digital altamente lucrativo, que fará você fechar vendas de R$ 2.000 a R$ 5.000+ e chegar a meta de 10K+ de forma consistente com seus programas de mentoria.</a:t>
            </a:r>
          </a:p>
          <a:p>
            <a:pPr algn="l">
              <a:lnSpc>
                <a:spcPts val="3126"/>
              </a:lnSpc>
            </a:pPr>
          </a:p>
          <a:p>
            <a:pPr algn="l">
              <a:lnSpc>
                <a:spcPts val="3126"/>
              </a:lnSpc>
            </a:pPr>
            <a:r>
              <a:rPr lang="en-US" sz="223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Esse modelo de negócio te permite ter liberdade de tempo e alta margem de lucro em uma rotina que consegue ser leve e ao mesmo tempo lucrativa, devido a uma estrutura bem desenhada da sua mentoria + um posicionamento forte que conecta o cliente ideal e torna a venda mais fluida.</a:t>
            </a:r>
          </a:p>
          <a:p>
            <a:pPr algn="l">
              <a:lnSpc>
                <a:spcPts val="3126"/>
              </a:lnSpc>
            </a:pPr>
          </a:p>
          <a:p>
            <a:pPr algn="l">
              <a:lnSpc>
                <a:spcPts val="3126"/>
              </a:lnSpc>
            </a:pPr>
            <a:r>
              <a:rPr lang="en-US" sz="223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Sim, isso é possível! Eu vivo essa realidade há mais de 2 anos.</a:t>
            </a:r>
          </a:p>
          <a:p>
            <a:pPr algn="l">
              <a:lnSpc>
                <a:spcPts val="3126"/>
              </a:lnSpc>
            </a:pPr>
          </a:p>
          <a:p>
            <a:pPr algn="l">
              <a:lnSpc>
                <a:spcPts val="3126"/>
              </a:lnSpc>
            </a:pPr>
            <a:r>
              <a:rPr lang="en-US" sz="223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É isso que você busca? Então vamo simbora!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1563931"/>
            <a:ext cx="7819841" cy="61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4506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Opa, </a:t>
            </a:r>
            <a:r>
              <a:rPr lang="en-US" sz="4506" i="true" b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Rômulo Bandeira</a:t>
            </a:r>
            <a:r>
              <a:rPr lang="en-US" sz="4506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aqui...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0899" y="4755780"/>
            <a:ext cx="11846202" cy="84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Nosso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objetivo 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dentro da Mentoria: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43570" y="2951456"/>
            <a:ext cx="8030526" cy="435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9"/>
              </a:lnSpc>
            </a:pPr>
            <a:r>
              <a:rPr lang="en-US" sz="4401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Transformar o seu conhecimento e sua experiência em um negócio digital de 6 dígitos por ano.</a:t>
            </a:r>
          </a:p>
          <a:p>
            <a:pPr algn="l">
              <a:lnSpc>
                <a:spcPts val="4929"/>
              </a:lnSpc>
            </a:pPr>
          </a:p>
          <a:p>
            <a:pPr algn="l">
              <a:lnSpc>
                <a:spcPts val="4929"/>
              </a:lnSpc>
            </a:pPr>
            <a:r>
              <a:rPr lang="en-US" sz="4401" i="true" b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Do SEU jeito.</a:t>
            </a:r>
          </a:p>
          <a:p>
            <a:pPr algn="l">
              <a:lnSpc>
                <a:spcPts val="4929"/>
              </a:lnSpc>
            </a:pPr>
            <a:r>
              <a:rPr lang="en-US" sz="4401" i="true" b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No SEU tempo.</a:t>
            </a:r>
          </a:p>
          <a:p>
            <a:pPr algn="l">
              <a:lnSpc>
                <a:spcPts val="4929"/>
              </a:lnSpc>
            </a:pPr>
            <a:r>
              <a:rPr lang="en-US" sz="4401" i="true" b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Sem receita de bolo.</a:t>
            </a:r>
          </a:p>
        </p:txBody>
      </p:sp>
      <p:sp>
        <p:nvSpPr>
          <p:cNvPr name="AutoShape 4" id="4"/>
          <p:cNvSpPr/>
          <p:nvPr/>
        </p:nvSpPr>
        <p:spPr>
          <a:xfrm>
            <a:off x="4984576" y="2837156"/>
            <a:ext cx="0" cy="2056971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4984576" y="5320701"/>
            <a:ext cx="0" cy="2056971"/>
          </a:xfrm>
          <a:prstGeom prst="line">
            <a:avLst/>
          </a:prstGeom>
          <a:ln cap="flat" w="114300">
            <a:solidFill>
              <a:srgbClr val="BC8A5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76324">
            <a:off x="3178051" y="2513176"/>
            <a:ext cx="6529991" cy="6529991"/>
          </a:xfrm>
          <a:custGeom>
            <a:avLst/>
            <a:gdLst/>
            <a:ahLst/>
            <a:cxnLst/>
            <a:rect r="r" b="b" t="t" l="l"/>
            <a:pathLst>
              <a:path h="6529991" w="6529991">
                <a:moveTo>
                  <a:pt x="0" y="0"/>
                </a:moveTo>
                <a:lnTo>
                  <a:pt x="6529991" y="0"/>
                </a:lnTo>
                <a:lnTo>
                  <a:pt x="6529991" y="6529990"/>
                </a:lnTo>
                <a:lnTo>
                  <a:pt x="0" y="6529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76324">
            <a:off x="8524661" y="2546883"/>
            <a:ext cx="6529991" cy="6529991"/>
          </a:xfrm>
          <a:custGeom>
            <a:avLst/>
            <a:gdLst/>
            <a:ahLst/>
            <a:cxnLst/>
            <a:rect r="r" b="b" t="t" l="l"/>
            <a:pathLst>
              <a:path h="6529991" w="6529991">
                <a:moveTo>
                  <a:pt x="0" y="0"/>
                </a:moveTo>
                <a:lnTo>
                  <a:pt x="6529990" y="0"/>
                </a:lnTo>
                <a:lnTo>
                  <a:pt x="6529990" y="6529991"/>
                </a:lnTo>
                <a:lnTo>
                  <a:pt x="0" y="65299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97045" y="5375719"/>
            <a:ext cx="838611" cy="838611"/>
          </a:xfrm>
          <a:custGeom>
            <a:avLst/>
            <a:gdLst/>
            <a:ahLst/>
            <a:cxnLst/>
            <a:rect r="r" b="b" t="t" l="l"/>
            <a:pathLst>
              <a:path h="838611" w="838611">
                <a:moveTo>
                  <a:pt x="0" y="0"/>
                </a:moveTo>
                <a:lnTo>
                  <a:pt x="838612" y="0"/>
                </a:lnTo>
                <a:lnTo>
                  <a:pt x="838612" y="838612"/>
                </a:lnTo>
                <a:lnTo>
                  <a:pt x="0" y="8386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535" y="1057275"/>
            <a:ext cx="11516929" cy="63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4401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Faremos isso unindo o melhor dos dois mundos: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87700" y="3897942"/>
            <a:ext cx="3482166" cy="245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3471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 força </a:t>
            </a:r>
          </a:p>
          <a:p>
            <a:pPr algn="l">
              <a:lnSpc>
                <a:spcPts val="3887"/>
              </a:lnSpc>
            </a:pPr>
            <a:r>
              <a:rPr lang="en-US" sz="3471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da união e networking do acompanhamento em grupo.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8894" y="5616520"/>
            <a:ext cx="3744654" cy="196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3471" i="true" b="true">
                <a:solidFill>
                  <a:srgbClr val="06082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Cada mentorado implementando o SEU plano de ação individual.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02471" y="-228058"/>
            <a:ext cx="7885529" cy="10515058"/>
          </a:xfrm>
          <a:custGeom>
            <a:avLst/>
            <a:gdLst/>
            <a:ahLst/>
            <a:cxnLst/>
            <a:rect r="r" b="b" t="t" l="l"/>
            <a:pathLst>
              <a:path h="10515058" w="7885529">
                <a:moveTo>
                  <a:pt x="0" y="0"/>
                </a:moveTo>
                <a:lnTo>
                  <a:pt x="7885529" y="0"/>
                </a:lnTo>
                <a:lnTo>
                  <a:pt x="7885529" y="10515058"/>
                </a:lnTo>
                <a:lnTo>
                  <a:pt x="0" y="10515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6678" y="4830864"/>
            <a:ext cx="384179" cy="384179"/>
          </a:xfrm>
          <a:custGeom>
            <a:avLst/>
            <a:gdLst/>
            <a:ahLst/>
            <a:cxnLst/>
            <a:rect r="r" b="b" t="t" l="l"/>
            <a:pathLst>
              <a:path h="384179" w="384179">
                <a:moveTo>
                  <a:pt x="0" y="0"/>
                </a:moveTo>
                <a:lnTo>
                  <a:pt x="384179" y="0"/>
                </a:lnTo>
                <a:lnTo>
                  <a:pt x="384179" y="384180"/>
                </a:lnTo>
                <a:lnTo>
                  <a:pt x="0" y="384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02351"/>
            <a:ext cx="8575970" cy="193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Na Expert 5D você vai ter acesso a metodologia que já me gerou </a:t>
            </a:r>
            <a:r>
              <a:rPr lang="en-US" b="true" sz="4727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mais de R$ 400.000 em vendas.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81864" y="4692491"/>
            <a:ext cx="7422807" cy="198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2"/>
              </a:lnSpc>
            </a:pPr>
            <a:r>
              <a:rPr lang="en-US" sz="3172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Sem depender de lançamentos.</a:t>
            </a:r>
          </a:p>
          <a:p>
            <a:pPr algn="l">
              <a:lnSpc>
                <a:spcPts val="5392"/>
              </a:lnSpc>
            </a:pPr>
            <a:r>
              <a:rPr lang="en-US" sz="3172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Sem virar escravo do conteúdo.</a:t>
            </a:r>
          </a:p>
          <a:p>
            <a:pPr algn="l">
              <a:lnSpc>
                <a:spcPts val="5392"/>
              </a:lnSpc>
            </a:pPr>
            <a:r>
              <a:rPr lang="en-US" sz="3172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Mantendo uma rotina leve.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6678" y="5507758"/>
            <a:ext cx="384179" cy="384179"/>
          </a:xfrm>
          <a:custGeom>
            <a:avLst/>
            <a:gdLst/>
            <a:ahLst/>
            <a:cxnLst/>
            <a:rect r="r" b="b" t="t" l="l"/>
            <a:pathLst>
              <a:path h="384179" w="384179">
                <a:moveTo>
                  <a:pt x="0" y="0"/>
                </a:moveTo>
                <a:lnTo>
                  <a:pt x="384179" y="0"/>
                </a:lnTo>
                <a:lnTo>
                  <a:pt x="384179" y="384180"/>
                </a:lnTo>
                <a:lnTo>
                  <a:pt x="0" y="384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6678" y="6184653"/>
            <a:ext cx="384179" cy="384179"/>
          </a:xfrm>
          <a:custGeom>
            <a:avLst/>
            <a:gdLst/>
            <a:ahLst/>
            <a:cxnLst/>
            <a:rect r="r" b="b" t="t" l="l"/>
            <a:pathLst>
              <a:path h="384179" w="384179">
                <a:moveTo>
                  <a:pt x="0" y="0"/>
                </a:moveTo>
                <a:lnTo>
                  <a:pt x="384179" y="0"/>
                </a:lnTo>
                <a:lnTo>
                  <a:pt x="384179" y="384179"/>
                </a:lnTo>
                <a:lnTo>
                  <a:pt x="0" y="384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129485"/>
            <a:ext cx="7070599" cy="71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2615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E a melhor parte: que já gerou resultados como estes para os meus mentorados: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375" y="-141745"/>
            <a:ext cx="8467776" cy="10594156"/>
          </a:xfrm>
          <a:custGeom>
            <a:avLst/>
            <a:gdLst/>
            <a:ahLst/>
            <a:cxnLst/>
            <a:rect r="r" b="b" t="t" l="l"/>
            <a:pathLst>
              <a:path h="10594156" w="8467776">
                <a:moveTo>
                  <a:pt x="0" y="0"/>
                </a:moveTo>
                <a:lnTo>
                  <a:pt x="8467775" y="0"/>
                </a:lnTo>
                <a:lnTo>
                  <a:pt x="8467775" y="10594156"/>
                </a:lnTo>
                <a:lnTo>
                  <a:pt x="0" y="1059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07713" y="3827197"/>
            <a:ext cx="6667673" cy="3436416"/>
            <a:chOff x="0" y="0"/>
            <a:chExt cx="1032997" cy="532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2997" cy="532391"/>
            </a:xfrm>
            <a:custGeom>
              <a:avLst/>
              <a:gdLst/>
              <a:ahLst/>
              <a:cxnLst/>
              <a:rect r="r" b="b" t="t" l="l"/>
              <a:pathLst>
                <a:path h="532391" w="1032997">
                  <a:moveTo>
                    <a:pt x="26706" y="0"/>
                  </a:moveTo>
                  <a:lnTo>
                    <a:pt x="1006291" y="0"/>
                  </a:lnTo>
                  <a:cubicBezTo>
                    <a:pt x="1013374" y="0"/>
                    <a:pt x="1020167" y="2814"/>
                    <a:pt x="1025175" y="7822"/>
                  </a:cubicBezTo>
                  <a:cubicBezTo>
                    <a:pt x="1030184" y="12830"/>
                    <a:pt x="1032997" y="19623"/>
                    <a:pt x="1032997" y="26706"/>
                  </a:cubicBezTo>
                  <a:lnTo>
                    <a:pt x="1032997" y="505685"/>
                  </a:lnTo>
                  <a:cubicBezTo>
                    <a:pt x="1032997" y="520434"/>
                    <a:pt x="1021041" y="532391"/>
                    <a:pt x="1006291" y="532391"/>
                  </a:cubicBezTo>
                  <a:lnTo>
                    <a:pt x="26706" y="532391"/>
                  </a:lnTo>
                  <a:cubicBezTo>
                    <a:pt x="19623" y="532391"/>
                    <a:pt x="12830" y="529577"/>
                    <a:pt x="7822" y="524569"/>
                  </a:cubicBezTo>
                  <a:cubicBezTo>
                    <a:pt x="2814" y="519561"/>
                    <a:pt x="0" y="512768"/>
                    <a:pt x="0" y="505685"/>
                  </a:cubicBezTo>
                  <a:lnTo>
                    <a:pt x="0" y="26706"/>
                  </a:lnTo>
                  <a:cubicBezTo>
                    <a:pt x="0" y="19623"/>
                    <a:pt x="2814" y="12830"/>
                    <a:pt x="7822" y="7822"/>
                  </a:cubicBezTo>
                  <a:cubicBezTo>
                    <a:pt x="12830" y="2814"/>
                    <a:pt x="19623" y="0"/>
                    <a:pt x="2670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679646"/>
            <a:ext cx="8069183" cy="1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 Gi fez </a:t>
            </a:r>
            <a:r>
              <a:rPr lang="en-US" b="true" sz="4727" i="true">
                <a:solidFill>
                  <a:srgbClr val="00BF63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R$ 45.000</a:t>
            </a: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em 3 meses aplicando a metodologia.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87859"/>
            <a:ext cx="7422807" cy="85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17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Giselle Andrade</a:t>
            </a:r>
          </a:p>
          <a:p>
            <a:pPr algn="l">
              <a:lnSpc>
                <a:spcPts val="3362"/>
              </a:lnSpc>
            </a:pPr>
            <a:r>
              <a:rPr lang="en-US" sz="3172" i="true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Mentora de Psicólogas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93490"/>
            <a:ext cx="6536269" cy="39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79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@giselleandrade.gi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375" y="-141745"/>
            <a:ext cx="8467776" cy="10594156"/>
          </a:xfrm>
          <a:custGeom>
            <a:avLst/>
            <a:gdLst/>
            <a:ahLst/>
            <a:cxnLst/>
            <a:rect r="r" b="b" t="t" l="l"/>
            <a:pathLst>
              <a:path h="10594156" w="8467776">
                <a:moveTo>
                  <a:pt x="0" y="0"/>
                </a:moveTo>
                <a:lnTo>
                  <a:pt x="8467775" y="0"/>
                </a:lnTo>
                <a:lnTo>
                  <a:pt x="8467775" y="10594156"/>
                </a:lnTo>
                <a:lnTo>
                  <a:pt x="0" y="1059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08375" y="-533032"/>
            <a:ext cx="8279625" cy="12619503"/>
          </a:xfrm>
          <a:custGeom>
            <a:avLst/>
            <a:gdLst/>
            <a:ahLst/>
            <a:cxnLst/>
            <a:rect r="r" b="b" t="t" l="l"/>
            <a:pathLst>
              <a:path h="12619503" w="8279625">
                <a:moveTo>
                  <a:pt x="0" y="0"/>
                </a:moveTo>
                <a:lnTo>
                  <a:pt x="8279625" y="0"/>
                </a:lnTo>
                <a:lnTo>
                  <a:pt x="8279625" y="12619503"/>
                </a:lnTo>
                <a:lnTo>
                  <a:pt x="0" y="12619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85850"/>
            <a:ext cx="8069183" cy="257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O Wanderson fechou a primeira vaga de </a:t>
            </a:r>
            <a:r>
              <a:rPr lang="en-US" b="true" sz="4727" i="true">
                <a:solidFill>
                  <a:srgbClr val="00BF63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R$ 12.000</a:t>
            </a: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apenas 7 dias depois de estruturar a mentoria.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787859"/>
            <a:ext cx="7422807" cy="85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17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Wanderson Lima</a:t>
            </a:r>
          </a:p>
          <a:p>
            <a:pPr algn="l">
              <a:lnSpc>
                <a:spcPts val="3362"/>
              </a:lnSpc>
            </a:pPr>
            <a:r>
              <a:rPr lang="en-US" sz="3172" i="true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Mentor de Liderança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63292" y="4313343"/>
            <a:ext cx="6667673" cy="3436416"/>
            <a:chOff x="0" y="0"/>
            <a:chExt cx="1032997" cy="532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2997" cy="532391"/>
            </a:xfrm>
            <a:custGeom>
              <a:avLst/>
              <a:gdLst/>
              <a:ahLst/>
              <a:cxnLst/>
              <a:rect r="r" b="b" t="t" l="l"/>
              <a:pathLst>
                <a:path h="532391" w="1032997">
                  <a:moveTo>
                    <a:pt x="26706" y="0"/>
                  </a:moveTo>
                  <a:lnTo>
                    <a:pt x="1006291" y="0"/>
                  </a:lnTo>
                  <a:cubicBezTo>
                    <a:pt x="1013374" y="0"/>
                    <a:pt x="1020167" y="2814"/>
                    <a:pt x="1025175" y="7822"/>
                  </a:cubicBezTo>
                  <a:cubicBezTo>
                    <a:pt x="1030184" y="12830"/>
                    <a:pt x="1032997" y="19623"/>
                    <a:pt x="1032997" y="26706"/>
                  </a:cubicBezTo>
                  <a:lnTo>
                    <a:pt x="1032997" y="505685"/>
                  </a:lnTo>
                  <a:cubicBezTo>
                    <a:pt x="1032997" y="520434"/>
                    <a:pt x="1021041" y="532391"/>
                    <a:pt x="1006291" y="532391"/>
                  </a:cubicBezTo>
                  <a:lnTo>
                    <a:pt x="26706" y="532391"/>
                  </a:lnTo>
                  <a:cubicBezTo>
                    <a:pt x="19623" y="532391"/>
                    <a:pt x="12830" y="529577"/>
                    <a:pt x="7822" y="524569"/>
                  </a:cubicBezTo>
                  <a:cubicBezTo>
                    <a:pt x="2814" y="519561"/>
                    <a:pt x="0" y="512768"/>
                    <a:pt x="0" y="505685"/>
                  </a:cubicBezTo>
                  <a:lnTo>
                    <a:pt x="0" y="26706"/>
                  </a:lnTo>
                  <a:cubicBezTo>
                    <a:pt x="0" y="19623"/>
                    <a:pt x="2814" y="12830"/>
                    <a:pt x="7822" y="7822"/>
                  </a:cubicBezTo>
                  <a:cubicBezTo>
                    <a:pt x="12830" y="2814"/>
                    <a:pt x="19623" y="0"/>
                    <a:pt x="2670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8571" r="-815" b="-1648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893490"/>
            <a:ext cx="6536269" cy="39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79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@wanderrsonlima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375" y="-141745"/>
            <a:ext cx="8467776" cy="10594156"/>
          </a:xfrm>
          <a:custGeom>
            <a:avLst/>
            <a:gdLst/>
            <a:ahLst/>
            <a:cxnLst/>
            <a:rect r="r" b="b" t="t" l="l"/>
            <a:pathLst>
              <a:path h="10594156" w="8467776">
                <a:moveTo>
                  <a:pt x="0" y="0"/>
                </a:moveTo>
                <a:lnTo>
                  <a:pt x="8467775" y="0"/>
                </a:lnTo>
                <a:lnTo>
                  <a:pt x="8467775" y="10594156"/>
                </a:lnTo>
                <a:lnTo>
                  <a:pt x="0" y="1059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787859"/>
            <a:ext cx="7422807" cy="85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17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Mayara Grimello</a:t>
            </a:r>
          </a:p>
          <a:p>
            <a:pPr algn="l">
              <a:lnSpc>
                <a:spcPts val="3362"/>
              </a:lnSpc>
            </a:pPr>
            <a:r>
              <a:rPr lang="en-US" sz="3172" i="true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Mentora de Empresárias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008375" y="-182075"/>
            <a:ext cx="8522266" cy="10693865"/>
          </a:xfrm>
          <a:custGeom>
            <a:avLst/>
            <a:gdLst/>
            <a:ahLst/>
            <a:cxnLst/>
            <a:rect r="r" b="b" t="t" l="l"/>
            <a:pathLst>
              <a:path h="10693865" w="8522266">
                <a:moveTo>
                  <a:pt x="0" y="0"/>
                </a:moveTo>
                <a:lnTo>
                  <a:pt x="8522265" y="0"/>
                </a:lnTo>
                <a:lnTo>
                  <a:pt x="8522265" y="10693866"/>
                </a:lnTo>
                <a:lnTo>
                  <a:pt x="0" y="10693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85850"/>
            <a:ext cx="7368428" cy="193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 May fechou </a:t>
            </a:r>
            <a:r>
              <a:rPr lang="en-US" b="true" sz="4727" i="true">
                <a:solidFill>
                  <a:srgbClr val="00BF63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R$ 6.000</a:t>
            </a: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em uma única semana aplicando a metodologia.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93490"/>
            <a:ext cx="6536269" cy="39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79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@mayaragrimello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165743" y="3219249"/>
            <a:ext cx="6115879" cy="4815885"/>
            <a:chOff x="0" y="0"/>
            <a:chExt cx="1195759" cy="941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5759" cy="941588"/>
            </a:xfrm>
            <a:custGeom>
              <a:avLst/>
              <a:gdLst/>
              <a:ahLst/>
              <a:cxnLst/>
              <a:rect r="r" b="b" t="t" l="l"/>
              <a:pathLst>
                <a:path h="941588" w="1195759">
                  <a:moveTo>
                    <a:pt x="29115" y="0"/>
                  </a:moveTo>
                  <a:lnTo>
                    <a:pt x="1166644" y="0"/>
                  </a:lnTo>
                  <a:cubicBezTo>
                    <a:pt x="1174366" y="0"/>
                    <a:pt x="1181772" y="3067"/>
                    <a:pt x="1187232" y="8528"/>
                  </a:cubicBezTo>
                  <a:cubicBezTo>
                    <a:pt x="1192692" y="13988"/>
                    <a:pt x="1195759" y="21393"/>
                    <a:pt x="1195759" y="29115"/>
                  </a:cubicBezTo>
                  <a:lnTo>
                    <a:pt x="1195759" y="912473"/>
                  </a:lnTo>
                  <a:cubicBezTo>
                    <a:pt x="1195759" y="920195"/>
                    <a:pt x="1192692" y="927601"/>
                    <a:pt x="1187232" y="933061"/>
                  </a:cubicBezTo>
                  <a:cubicBezTo>
                    <a:pt x="1181772" y="938521"/>
                    <a:pt x="1174366" y="941588"/>
                    <a:pt x="1166644" y="941588"/>
                  </a:cubicBezTo>
                  <a:lnTo>
                    <a:pt x="29115" y="941588"/>
                  </a:lnTo>
                  <a:cubicBezTo>
                    <a:pt x="21393" y="941588"/>
                    <a:pt x="13988" y="938521"/>
                    <a:pt x="8528" y="933061"/>
                  </a:cubicBezTo>
                  <a:cubicBezTo>
                    <a:pt x="3067" y="927601"/>
                    <a:pt x="0" y="920195"/>
                    <a:pt x="0" y="912473"/>
                  </a:cubicBezTo>
                  <a:lnTo>
                    <a:pt x="0" y="29115"/>
                  </a:lnTo>
                  <a:cubicBezTo>
                    <a:pt x="0" y="21393"/>
                    <a:pt x="3067" y="13988"/>
                    <a:pt x="8528" y="8528"/>
                  </a:cubicBezTo>
                  <a:cubicBezTo>
                    <a:pt x="13988" y="3067"/>
                    <a:pt x="21393" y="0"/>
                    <a:pt x="2911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375" y="-141745"/>
            <a:ext cx="8467776" cy="10594156"/>
          </a:xfrm>
          <a:custGeom>
            <a:avLst/>
            <a:gdLst/>
            <a:ahLst/>
            <a:cxnLst/>
            <a:rect r="r" b="b" t="t" l="l"/>
            <a:pathLst>
              <a:path h="10594156" w="8467776">
                <a:moveTo>
                  <a:pt x="0" y="0"/>
                </a:moveTo>
                <a:lnTo>
                  <a:pt x="8467775" y="0"/>
                </a:lnTo>
                <a:lnTo>
                  <a:pt x="8467775" y="10594156"/>
                </a:lnTo>
                <a:lnTo>
                  <a:pt x="0" y="1059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942461"/>
            <a:ext cx="7422807" cy="85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17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Oséas Filho</a:t>
            </a:r>
          </a:p>
          <a:p>
            <a:pPr algn="l">
              <a:lnSpc>
                <a:spcPts val="3362"/>
              </a:lnSpc>
            </a:pPr>
            <a:r>
              <a:rPr lang="en-US" sz="3172" i="true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Mentor de Marketing para Médicos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008375" y="-228058"/>
            <a:ext cx="9388267" cy="12985871"/>
          </a:xfrm>
          <a:custGeom>
            <a:avLst/>
            <a:gdLst/>
            <a:ahLst/>
            <a:cxnLst/>
            <a:rect r="r" b="b" t="t" l="l"/>
            <a:pathLst>
              <a:path h="12985871" w="9388267">
                <a:moveTo>
                  <a:pt x="0" y="0"/>
                </a:moveTo>
                <a:lnTo>
                  <a:pt x="9388267" y="0"/>
                </a:lnTo>
                <a:lnTo>
                  <a:pt x="9388267" y="12985871"/>
                </a:lnTo>
                <a:lnTo>
                  <a:pt x="0" y="12985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39189" y="2872802"/>
            <a:ext cx="6115879" cy="4815885"/>
            <a:chOff x="0" y="0"/>
            <a:chExt cx="1195759" cy="9415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5759" cy="941588"/>
            </a:xfrm>
            <a:custGeom>
              <a:avLst/>
              <a:gdLst/>
              <a:ahLst/>
              <a:cxnLst/>
              <a:rect r="r" b="b" t="t" l="l"/>
              <a:pathLst>
                <a:path h="941588" w="1195759">
                  <a:moveTo>
                    <a:pt x="29115" y="0"/>
                  </a:moveTo>
                  <a:lnTo>
                    <a:pt x="1166644" y="0"/>
                  </a:lnTo>
                  <a:cubicBezTo>
                    <a:pt x="1174366" y="0"/>
                    <a:pt x="1181772" y="3067"/>
                    <a:pt x="1187232" y="8528"/>
                  </a:cubicBezTo>
                  <a:cubicBezTo>
                    <a:pt x="1192692" y="13988"/>
                    <a:pt x="1195759" y="21393"/>
                    <a:pt x="1195759" y="29115"/>
                  </a:cubicBezTo>
                  <a:lnTo>
                    <a:pt x="1195759" y="912473"/>
                  </a:lnTo>
                  <a:cubicBezTo>
                    <a:pt x="1195759" y="920195"/>
                    <a:pt x="1192692" y="927601"/>
                    <a:pt x="1187232" y="933061"/>
                  </a:cubicBezTo>
                  <a:cubicBezTo>
                    <a:pt x="1181772" y="938521"/>
                    <a:pt x="1174366" y="941588"/>
                    <a:pt x="1166644" y="941588"/>
                  </a:cubicBezTo>
                  <a:lnTo>
                    <a:pt x="29115" y="941588"/>
                  </a:lnTo>
                  <a:cubicBezTo>
                    <a:pt x="21393" y="941588"/>
                    <a:pt x="13988" y="938521"/>
                    <a:pt x="8528" y="933061"/>
                  </a:cubicBezTo>
                  <a:cubicBezTo>
                    <a:pt x="3067" y="927601"/>
                    <a:pt x="0" y="920195"/>
                    <a:pt x="0" y="912473"/>
                  </a:cubicBezTo>
                  <a:lnTo>
                    <a:pt x="0" y="29115"/>
                  </a:lnTo>
                  <a:cubicBezTo>
                    <a:pt x="0" y="21393"/>
                    <a:pt x="3067" y="13988"/>
                    <a:pt x="8528" y="8528"/>
                  </a:cubicBezTo>
                  <a:cubicBezTo>
                    <a:pt x="13988" y="3067"/>
                    <a:pt x="21393" y="0"/>
                    <a:pt x="2911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054" r="0" b="-1105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85850"/>
            <a:ext cx="7368428" cy="1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O Oséas fechou </a:t>
            </a:r>
            <a:r>
              <a:rPr lang="en-US" b="true" sz="4727" i="true">
                <a:solidFill>
                  <a:srgbClr val="00BF63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3 vagas</a:t>
            </a: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em 3 calls. com 140 seguidores.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48091"/>
            <a:ext cx="6536269" cy="39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79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@ooseasf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8375" y="-1114599"/>
            <a:ext cx="9097433" cy="11855544"/>
          </a:xfrm>
          <a:custGeom>
            <a:avLst/>
            <a:gdLst/>
            <a:ahLst/>
            <a:cxnLst/>
            <a:rect r="r" b="b" t="t" l="l"/>
            <a:pathLst>
              <a:path h="11855544" w="9097433">
                <a:moveTo>
                  <a:pt x="0" y="0"/>
                </a:moveTo>
                <a:lnTo>
                  <a:pt x="9097433" y="0"/>
                </a:lnTo>
                <a:lnTo>
                  <a:pt x="9097433" y="11855543"/>
                </a:lnTo>
                <a:lnTo>
                  <a:pt x="0" y="11855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799" y="-196734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8"/>
                </a:lnTo>
                <a:lnTo>
                  <a:pt x="0" y="1068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-8423" r="0" b="-842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84234" y="3418928"/>
            <a:ext cx="6361470" cy="3472809"/>
            <a:chOff x="0" y="0"/>
            <a:chExt cx="2409088" cy="13151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9088" cy="1315153"/>
            </a:xfrm>
            <a:custGeom>
              <a:avLst/>
              <a:gdLst/>
              <a:ahLst/>
              <a:cxnLst/>
              <a:rect r="r" b="b" t="t" l="l"/>
              <a:pathLst>
                <a:path h="1315153" w="2409088">
                  <a:moveTo>
                    <a:pt x="27991" y="0"/>
                  </a:moveTo>
                  <a:lnTo>
                    <a:pt x="2381097" y="0"/>
                  </a:lnTo>
                  <a:cubicBezTo>
                    <a:pt x="2396556" y="0"/>
                    <a:pt x="2409088" y="12532"/>
                    <a:pt x="2409088" y="27991"/>
                  </a:cubicBezTo>
                  <a:lnTo>
                    <a:pt x="2409088" y="1287162"/>
                  </a:lnTo>
                  <a:cubicBezTo>
                    <a:pt x="2409088" y="1302621"/>
                    <a:pt x="2396556" y="1315153"/>
                    <a:pt x="2381097" y="1315153"/>
                  </a:cubicBezTo>
                  <a:lnTo>
                    <a:pt x="27991" y="1315153"/>
                  </a:lnTo>
                  <a:cubicBezTo>
                    <a:pt x="12532" y="1315153"/>
                    <a:pt x="0" y="1302621"/>
                    <a:pt x="0" y="1287162"/>
                  </a:cubicBezTo>
                  <a:lnTo>
                    <a:pt x="0" y="27991"/>
                  </a:lnTo>
                  <a:cubicBezTo>
                    <a:pt x="0" y="12532"/>
                    <a:pt x="12532" y="0"/>
                    <a:pt x="27991" y="0"/>
                  </a:cubicBezTo>
                  <a:close/>
                </a:path>
              </a:pathLst>
            </a:custGeom>
            <a:blipFill>
              <a:blip r:embed="rId4"/>
              <a:stretch>
                <a:fillRect l="-372" t="0" r="-37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634688"/>
            <a:ext cx="7422807" cy="85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3172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Elysa Marques</a:t>
            </a:r>
          </a:p>
          <a:p>
            <a:pPr algn="l">
              <a:lnSpc>
                <a:spcPts val="3362"/>
              </a:lnSpc>
            </a:pPr>
            <a:r>
              <a:rPr lang="en-US" sz="3172" i="true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Mentora de Professores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14678"/>
            <a:ext cx="7368428" cy="12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 Elysa fechou </a:t>
            </a:r>
            <a:r>
              <a:rPr lang="en-US" b="true" sz="4727" i="true">
                <a:solidFill>
                  <a:srgbClr val="00BF63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R$ 20.000</a:t>
            </a:r>
            <a:r>
              <a:rPr lang="en-US" b="true" sz="4727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no primeiro mês da mentoria.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740318"/>
            <a:ext cx="6536269" cy="39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793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@elysamarques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52595" y="4319644"/>
            <a:ext cx="7327513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Expert 5D</a:t>
            </a:r>
            <a:r>
              <a:rPr lang="en-US" b="true" sz="6006" i="true">
                <a:solidFill>
                  <a:srgbClr val="00C2C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é ideal para você que deseja: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38020" y="1931548"/>
            <a:ext cx="416745" cy="416745"/>
          </a:xfrm>
          <a:custGeom>
            <a:avLst/>
            <a:gdLst/>
            <a:ahLst/>
            <a:cxnLst/>
            <a:rect r="r" b="b" t="t" l="l"/>
            <a:pathLst>
              <a:path h="416745" w="416745">
                <a:moveTo>
                  <a:pt x="0" y="0"/>
                </a:moveTo>
                <a:lnTo>
                  <a:pt x="416745" y="0"/>
                </a:lnTo>
                <a:lnTo>
                  <a:pt x="416745" y="416745"/>
                </a:lnTo>
                <a:lnTo>
                  <a:pt x="0" y="416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38020" y="3293865"/>
            <a:ext cx="416745" cy="416745"/>
          </a:xfrm>
          <a:custGeom>
            <a:avLst/>
            <a:gdLst/>
            <a:ahLst/>
            <a:cxnLst/>
            <a:rect r="r" b="b" t="t" l="l"/>
            <a:pathLst>
              <a:path h="416745" w="416745">
                <a:moveTo>
                  <a:pt x="0" y="0"/>
                </a:moveTo>
                <a:lnTo>
                  <a:pt x="416745" y="0"/>
                </a:lnTo>
                <a:lnTo>
                  <a:pt x="416745" y="416745"/>
                </a:lnTo>
                <a:lnTo>
                  <a:pt x="0" y="416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38020" y="4634535"/>
            <a:ext cx="416745" cy="416745"/>
          </a:xfrm>
          <a:custGeom>
            <a:avLst/>
            <a:gdLst/>
            <a:ahLst/>
            <a:cxnLst/>
            <a:rect r="r" b="b" t="t" l="l"/>
            <a:pathLst>
              <a:path h="416745" w="416745">
                <a:moveTo>
                  <a:pt x="0" y="0"/>
                </a:moveTo>
                <a:lnTo>
                  <a:pt x="416745" y="0"/>
                </a:lnTo>
                <a:lnTo>
                  <a:pt x="416745" y="416745"/>
                </a:lnTo>
                <a:lnTo>
                  <a:pt x="0" y="416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38020" y="6003780"/>
            <a:ext cx="416745" cy="416745"/>
          </a:xfrm>
          <a:custGeom>
            <a:avLst/>
            <a:gdLst/>
            <a:ahLst/>
            <a:cxnLst/>
            <a:rect r="r" b="b" t="t" l="l"/>
            <a:pathLst>
              <a:path h="416745" w="416745">
                <a:moveTo>
                  <a:pt x="0" y="0"/>
                </a:moveTo>
                <a:lnTo>
                  <a:pt x="416745" y="0"/>
                </a:lnTo>
                <a:lnTo>
                  <a:pt x="416745" y="416745"/>
                </a:lnTo>
                <a:lnTo>
                  <a:pt x="0" y="416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8020" y="7363500"/>
            <a:ext cx="416745" cy="416745"/>
          </a:xfrm>
          <a:custGeom>
            <a:avLst/>
            <a:gdLst/>
            <a:ahLst/>
            <a:cxnLst/>
            <a:rect r="r" b="b" t="t" l="l"/>
            <a:pathLst>
              <a:path h="416745" w="416745">
                <a:moveTo>
                  <a:pt x="0" y="0"/>
                </a:moveTo>
                <a:lnTo>
                  <a:pt x="416745" y="0"/>
                </a:lnTo>
                <a:lnTo>
                  <a:pt x="416745" y="416745"/>
                </a:lnTo>
                <a:lnTo>
                  <a:pt x="0" y="416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19943" y="1950598"/>
            <a:ext cx="12474739" cy="634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9"/>
              </a:lnSpc>
            </a:pPr>
            <a:r>
              <a:rPr lang="en-US" sz="2556" b="true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Seu programa de mentoria bem estruturado, pronto para captar clientes e validar sua metodologia.</a:t>
            </a:r>
          </a:p>
          <a:p>
            <a:pPr algn="l">
              <a:lnSpc>
                <a:spcPts val="3579"/>
              </a:lnSpc>
            </a:pPr>
          </a:p>
          <a:p>
            <a:pPr algn="l">
              <a:lnSpc>
                <a:spcPts val="3579"/>
              </a:lnSpc>
            </a:pPr>
            <a:r>
              <a:rPr lang="en-US" sz="2556" b="true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Uma oferta irresistível de R$ 2.000 a R$ 5.000+ que atenda as necessidades de quem já quer pagar por avanço.</a:t>
            </a:r>
          </a:p>
          <a:p>
            <a:pPr algn="l">
              <a:lnSpc>
                <a:spcPts val="3579"/>
              </a:lnSpc>
            </a:pPr>
          </a:p>
          <a:p>
            <a:pPr algn="l">
              <a:lnSpc>
                <a:spcPts val="3579"/>
              </a:lnSpc>
            </a:pPr>
            <a:r>
              <a:rPr lang="en-US" sz="2556" b="true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Um posicionamento forte e um perfil preparado para atrair, reter e converter o cliente ideal em novo mentorado, e ao mesmo tempo afastar curiosos e sugadores.</a:t>
            </a:r>
          </a:p>
          <a:p>
            <a:pPr algn="l">
              <a:lnSpc>
                <a:spcPts val="3579"/>
              </a:lnSpc>
            </a:pPr>
          </a:p>
          <a:p>
            <a:pPr algn="l">
              <a:lnSpc>
                <a:spcPts val="3579"/>
              </a:lnSpc>
            </a:pPr>
            <a:r>
              <a:rPr lang="en-US" sz="2556" b="true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Um funil de aquisição que gera pessoas se aplicando/ levantando a mão para a sua mentoria todos os dias, sem que você precise prospectar público frio.</a:t>
            </a:r>
          </a:p>
          <a:p>
            <a:pPr algn="l">
              <a:lnSpc>
                <a:spcPts val="3579"/>
              </a:lnSpc>
            </a:pPr>
          </a:p>
          <a:p>
            <a:pPr algn="l">
              <a:lnSpc>
                <a:spcPts val="3579"/>
              </a:lnSpc>
            </a:pPr>
            <a:r>
              <a:rPr lang="en-US" sz="2556" b="true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Um processo de venda que converte novos mentorados usando direct, WhatsApp e calls rápidas, sem lançamentos exaustivos nem “surra de conteúdo”.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6476" y="4350968"/>
            <a:ext cx="10435048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Quais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pilares 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nós vamos trabalhar dentro da Mentoria: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68900" y="3352799"/>
            <a:ext cx="2944217" cy="2359028"/>
            <a:chOff x="0" y="0"/>
            <a:chExt cx="3925623" cy="314537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925623" cy="3145371"/>
              <a:chOff x="0" y="0"/>
              <a:chExt cx="844238" cy="67643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44238" cy="676438"/>
              </a:xfrm>
              <a:custGeom>
                <a:avLst/>
                <a:gdLst/>
                <a:ahLst/>
                <a:cxnLst/>
                <a:rect r="r" b="b" t="t" l="l"/>
                <a:pathLst>
                  <a:path h="676438" w="844238">
                    <a:moveTo>
                      <a:pt x="123176" y="0"/>
                    </a:moveTo>
                    <a:lnTo>
                      <a:pt x="721061" y="0"/>
                    </a:lnTo>
                    <a:cubicBezTo>
                      <a:pt x="753730" y="0"/>
                      <a:pt x="785060" y="12977"/>
                      <a:pt x="808160" y="36078"/>
                    </a:cubicBezTo>
                    <a:cubicBezTo>
                      <a:pt x="831260" y="59178"/>
                      <a:pt x="844238" y="90508"/>
                      <a:pt x="844238" y="123176"/>
                    </a:cubicBezTo>
                    <a:lnTo>
                      <a:pt x="844238" y="553261"/>
                    </a:lnTo>
                    <a:cubicBezTo>
                      <a:pt x="844238" y="585930"/>
                      <a:pt x="831260" y="617260"/>
                      <a:pt x="808160" y="640360"/>
                    </a:cubicBezTo>
                    <a:cubicBezTo>
                      <a:pt x="785060" y="663460"/>
                      <a:pt x="753730" y="676438"/>
                      <a:pt x="721061" y="676438"/>
                    </a:cubicBezTo>
                    <a:lnTo>
                      <a:pt x="123176" y="676438"/>
                    </a:lnTo>
                    <a:cubicBezTo>
                      <a:pt x="90508" y="676438"/>
                      <a:pt x="59178" y="663460"/>
                      <a:pt x="36078" y="640360"/>
                    </a:cubicBezTo>
                    <a:cubicBezTo>
                      <a:pt x="12977" y="617260"/>
                      <a:pt x="0" y="585930"/>
                      <a:pt x="0" y="553261"/>
                    </a:cubicBezTo>
                    <a:lnTo>
                      <a:pt x="0" y="123176"/>
                    </a:lnTo>
                    <a:cubicBezTo>
                      <a:pt x="0" y="90508"/>
                      <a:pt x="12977" y="59178"/>
                      <a:pt x="36078" y="36078"/>
                    </a:cubicBezTo>
                    <a:cubicBezTo>
                      <a:pt x="59178" y="12977"/>
                      <a:pt x="90508" y="0"/>
                      <a:pt x="123176" y="0"/>
                    </a:cubicBezTo>
                    <a:close/>
                  </a:path>
                </a:pathLst>
              </a:custGeom>
              <a:solidFill>
                <a:srgbClr val="BC8A5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844238" cy="705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6324" y="42283"/>
              <a:ext cx="3813672" cy="3054681"/>
              <a:chOff x="0" y="0"/>
              <a:chExt cx="820162" cy="65693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0162" cy="656934"/>
              </a:xfrm>
              <a:custGeom>
                <a:avLst/>
                <a:gdLst/>
                <a:ahLst/>
                <a:cxnLst/>
                <a:rect r="r" b="b" t="t" l="l"/>
                <a:pathLst>
                  <a:path h="656934" w="820162">
                    <a:moveTo>
                      <a:pt x="126792" y="0"/>
                    </a:moveTo>
                    <a:lnTo>
                      <a:pt x="693369" y="0"/>
                    </a:lnTo>
                    <a:cubicBezTo>
                      <a:pt x="726997" y="0"/>
                      <a:pt x="759247" y="13358"/>
                      <a:pt x="783025" y="37137"/>
                    </a:cubicBezTo>
                    <a:cubicBezTo>
                      <a:pt x="806803" y="60915"/>
                      <a:pt x="820162" y="93165"/>
                      <a:pt x="820162" y="126792"/>
                    </a:cubicBezTo>
                    <a:lnTo>
                      <a:pt x="820162" y="530142"/>
                    </a:lnTo>
                    <a:cubicBezTo>
                      <a:pt x="820162" y="600168"/>
                      <a:pt x="763395" y="656934"/>
                      <a:pt x="693369" y="656934"/>
                    </a:cubicBezTo>
                    <a:lnTo>
                      <a:pt x="126792" y="656934"/>
                    </a:lnTo>
                    <a:cubicBezTo>
                      <a:pt x="93165" y="656934"/>
                      <a:pt x="60915" y="643576"/>
                      <a:pt x="37137" y="619798"/>
                    </a:cubicBezTo>
                    <a:cubicBezTo>
                      <a:pt x="13358" y="596020"/>
                      <a:pt x="0" y="563770"/>
                      <a:pt x="0" y="530142"/>
                    </a:cubicBezTo>
                    <a:lnTo>
                      <a:pt x="0" y="126792"/>
                    </a:lnTo>
                    <a:cubicBezTo>
                      <a:pt x="0" y="56767"/>
                      <a:pt x="56767" y="0"/>
                      <a:pt x="126792" y="0"/>
                    </a:cubicBezTo>
                    <a:close/>
                  </a:path>
                </a:pathLst>
              </a:custGeom>
              <a:solidFill>
                <a:srgbClr val="06082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820162" cy="685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0893076" y="3352799"/>
            <a:ext cx="2944217" cy="2359028"/>
            <a:chOff x="0" y="0"/>
            <a:chExt cx="3925623" cy="31453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925623" cy="3145371"/>
              <a:chOff x="0" y="0"/>
              <a:chExt cx="844238" cy="6764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44238" cy="676438"/>
              </a:xfrm>
              <a:custGeom>
                <a:avLst/>
                <a:gdLst/>
                <a:ahLst/>
                <a:cxnLst/>
                <a:rect r="r" b="b" t="t" l="l"/>
                <a:pathLst>
                  <a:path h="676438" w="844238">
                    <a:moveTo>
                      <a:pt x="123176" y="0"/>
                    </a:moveTo>
                    <a:lnTo>
                      <a:pt x="721061" y="0"/>
                    </a:lnTo>
                    <a:cubicBezTo>
                      <a:pt x="753730" y="0"/>
                      <a:pt x="785060" y="12977"/>
                      <a:pt x="808160" y="36078"/>
                    </a:cubicBezTo>
                    <a:cubicBezTo>
                      <a:pt x="831260" y="59178"/>
                      <a:pt x="844238" y="90508"/>
                      <a:pt x="844238" y="123176"/>
                    </a:cubicBezTo>
                    <a:lnTo>
                      <a:pt x="844238" y="553261"/>
                    </a:lnTo>
                    <a:cubicBezTo>
                      <a:pt x="844238" y="585930"/>
                      <a:pt x="831260" y="617260"/>
                      <a:pt x="808160" y="640360"/>
                    </a:cubicBezTo>
                    <a:cubicBezTo>
                      <a:pt x="785060" y="663460"/>
                      <a:pt x="753730" y="676438"/>
                      <a:pt x="721061" y="676438"/>
                    </a:cubicBezTo>
                    <a:lnTo>
                      <a:pt x="123176" y="676438"/>
                    </a:lnTo>
                    <a:cubicBezTo>
                      <a:pt x="90508" y="676438"/>
                      <a:pt x="59178" y="663460"/>
                      <a:pt x="36078" y="640360"/>
                    </a:cubicBezTo>
                    <a:cubicBezTo>
                      <a:pt x="12977" y="617260"/>
                      <a:pt x="0" y="585930"/>
                      <a:pt x="0" y="553261"/>
                    </a:cubicBezTo>
                    <a:lnTo>
                      <a:pt x="0" y="123176"/>
                    </a:lnTo>
                    <a:cubicBezTo>
                      <a:pt x="0" y="90508"/>
                      <a:pt x="12977" y="59178"/>
                      <a:pt x="36078" y="36078"/>
                    </a:cubicBezTo>
                    <a:cubicBezTo>
                      <a:pt x="59178" y="12977"/>
                      <a:pt x="90508" y="0"/>
                      <a:pt x="123176" y="0"/>
                    </a:cubicBezTo>
                    <a:close/>
                  </a:path>
                </a:pathLst>
              </a:custGeom>
              <a:solidFill>
                <a:srgbClr val="BC8A5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844238" cy="705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56324" y="42283"/>
              <a:ext cx="3813672" cy="3054681"/>
              <a:chOff x="0" y="0"/>
              <a:chExt cx="820162" cy="65693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20162" cy="656934"/>
              </a:xfrm>
              <a:custGeom>
                <a:avLst/>
                <a:gdLst/>
                <a:ahLst/>
                <a:cxnLst/>
                <a:rect r="r" b="b" t="t" l="l"/>
                <a:pathLst>
                  <a:path h="656934" w="820162">
                    <a:moveTo>
                      <a:pt x="126792" y="0"/>
                    </a:moveTo>
                    <a:lnTo>
                      <a:pt x="693369" y="0"/>
                    </a:lnTo>
                    <a:cubicBezTo>
                      <a:pt x="726997" y="0"/>
                      <a:pt x="759247" y="13358"/>
                      <a:pt x="783025" y="37137"/>
                    </a:cubicBezTo>
                    <a:cubicBezTo>
                      <a:pt x="806803" y="60915"/>
                      <a:pt x="820162" y="93165"/>
                      <a:pt x="820162" y="126792"/>
                    </a:cubicBezTo>
                    <a:lnTo>
                      <a:pt x="820162" y="530142"/>
                    </a:lnTo>
                    <a:cubicBezTo>
                      <a:pt x="820162" y="600168"/>
                      <a:pt x="763395" y="656934"/>
                      <a:pt x="693369" y="656934"/>
                    </a:cubicBezTo>
                    <a:lnTo>
                      <a:pt x="126792" y="656934"/>
                    </a:lnTo>
                    <a:cubicBezTo>
                      <a:pt x="93165" y="656934"/>
                      <a:pt x="60915" y="643576"/>
                      <a:pt x="37137" y="619798"/>
                    </a:cubicBezTo>
                    <a:cubicBezTo>
                      <a:pt x="13358" y="596020"/>
                      <a:pt x="0" y="563770"/>
                      <a:pt x="0" y="530142"/>
                    </a:cubicBezTo>
                    <a:lnTo>
                      <a:pt x="0" y="126792"/>
                    </a:lnTo>
                    <a:cubicBezTo>
                      <a:pt x="0" y="56767"/>
                      <a:pt x="56767" y="0"/>
                      <a:pt x="126792" y="0"/>
                    </a:cubicBezTo>
                    <a:close/>
                  </a:path>
                </a:pathLst>
              </a:custGeom>
              <a:solidFill>
                <a:srgbClr val="06082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820162" cy="685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4117252" y="3352799"/>
            <a:ext cx="2944217" cy="2359028"/>
            <a:chOff x="0" y="0"/>
            <a:chExt cx="3925623" cy="31453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925623" cy="3145371"/>
              <a:chOff x="0" y="0"/>
              <a:chExt cx="844238" cy="67643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44238" cy="676438"/>
              </a:xfrm>
              <a:custGeom>
                <a:avLst/>
                <a:gdLst/>
                <a:ahLst/>
                <a:cxnLst/>
                <a:rect r="r" b="b" t="t" l="l"/>
                <a:pathLst>
                  <a:path h="676438" w="844238">
                    <a:moveTo>
                      <a:pt x="123176" y="0"/>
                    </a:moveTo>
                    <a:lnTo>
                      <a:pt x="721061" y="0"/>
                    </a:lnTo>
                    <a:cubicBezTo>
                      <a:pt x="753730" y="0"/>
                      <a:pt x="785060" y="12977"/>
                      <a:pt x="808160" y="36078"/>
                    </a:cubicBezTo>
                    <a:cubicBezTo>
                      <a:pt x="831260" y="59178"/>
                      <a:pt x="844238" y="90508"/>
                      <a:pt x="844238" y="123176"/>
                    </a:cubicBezTo>
                    <a:lnTo>
                      <a:pt x="844238" y="553261"/>
                    </a:lnTo>
                    <a:cubicBezTo>
                      <a:pt x="844238" y="585930"/>
                      <a:pt x="831260" y="617260"/>
                      <a:pt x="808160" y="640360"/>
                    </a:cubicBezTo>
                    <a:cubicBezTo>
                      <a:pt x="785060" y="663460"/>
                      <a:pt x="753730" y="676438"/>
                      <a:pt x="721061" y="676438"/>
                    </a:cubicBezTo>
                    <a:lnTo>
                      <a:pt x="123176" y="676438"/>
                    </a:lnTo>
                    <a:cubicBezTo>
                      <a:pt x="90508" y="676438"/>
                      <a:pt x="59178" y="663460"/>
                      <a:pt x="36078" y="640360"/>
                    </a:cubicBezTo>
                    <a:cubicBezTo>
                      <a:pt x="12977" y="617260"/>
                      <a:pt x="0" y="585930"/>
                      <a:pt x="0" y="553261"/>
                    </a:cubicBezTo>
                    <a:lnTo>
                      <a:pt x="0" y="123176"/>
                    </a:lnTo>
                    <a:cubicBezTo>
                      <a:pt x="0" y="90508"/>
                      <a:pt x="12977" y="59178"/>
                      <a:pt x="36078" y="36078"/>
                    </a:cubicBezTo>
                    <a:cubicBezTo>
                      <a:pt x="59178" y="12977"/>
                      <a:pt x="90508" y="0"/>
                      <a:pt x="123176" y="0"/>
                    </a:cubicBezTo>
                    <a:close/>
                  </a:path>
                </a:pathLst>
              </a:custGeom>
              <a:solidFill>
                <a:srgbClr val="BC8A5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44238" cy="705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56324" y="42283"/>
              <a:ext cx="3813672" cy="3054681"/>
              <a:chOff x="0" y="0"/>
              <a:chExt cx="820162" cy="65693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20162" cy="656934"/>
              </a:xfrm>
              <a:custGeom>
                <a:avLst/>
                <a:gdLst/>
                <a:ahLst/>
                <a:cxnLst/>
                <a:rect r="r" b="b" t="t" l="l"/>
                <a:pathLst>
                  <a:path h="656934" w="820162">
                    <a:moveTo>
                      <a:pt x="126792" y="0"/>
                    </a:moveTo>
                    <a:lnTo>
                      <a:pt x="693369" y="0"/>
                    </a:lnTo>
                    <a:cubicBezTo>
                      <a:pt x="726997" y="0"/>
                      <a:pt x="759247" y="13358"/>
                      <a:pt x="783025" y="37137"/>
                    </a:cubicBezTo>
                    <a:cubicBezTo>
                      <a:pt x="806803" y="60915"/>
                      <a:pt x="820162" y="93165"/>
                      <a:pt x="820162" y="126792"/>
                    </a:cubicBezTo>
                    <a:lnTo>
                      <a:pt x="820162" y="530142"/>
                    </a:lnTo>
                    <a:cubicBezTo>
                      <a:pt x="820162" y="600168"/>
                      <a:pt x="763395" y="656934"/>
                      <a:pt x="693369" y="656934"/>
                    </a:cubicBezTo>
                    <a:lnTo>
                      <a:pt x="126792" y="656934"/>
                    </a:lnTo>
                    <a:cubicBezTo>
                      <a:pt x="93165" y="656934"/>
                      <a:pt x="60915" y="643576"/>
                      <a:pt x="37137" y="619798"/>
                    </a:cubicBezTo>
                    <a:cubicBezTo>
                      <a:pt x="13358" y="596020"/>
                      <a:pt x="0" y="563770"/>
                      <a:pt x="0" y="530142"/>
                    </a:cubicBezTo>
                    <a:lnTo>
                      <a:pt x="0" y="126792"/>
                    </a:lnTo>
                    <a:cubicBezTo>
                      <a:pt x="0" y="56767"/>
                      <a:pt x="56767" y="0"/>
                      <a:pt x="126792" y="0"/>
                    </a:cubicBezTo>
                    <a:close/>
                  </a:path>
                </a:pathLst>
              </a:custGeom>
              <a:solidFill>
                <a:srgbClr val="06082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20162" cy="685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7670987" y="4393647"/>
            <a:ext cx="2944217" cy="28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19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COPY/ CONTEÚDO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93517" y="4393647"/>
            <a:ext cx="2944217" cy="28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19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TRÁFEGO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17252" y="4255534"/>
            <a:ext cx="2944217" cy="56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19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COMERCIAL/ </a:t>
            </a:r>
          </a:p>
          <a:p>
            <a:pPr algn="ctr">
              <a:lnSpc>
                <a:spcPts val="2222"/>
              </a:lnSpc>
            </a:pPr>
            <a:r>
              <a:rPr lang="en-US" sz="19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71590" y="5935676"/>
            <a:ext cx="3223132" cy="161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Copies e estratégias para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Posts no Feed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Stories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Destaques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94722" y="5935676"/>
            <a:ext cx="2944217" cy="193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Criativos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Público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Período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Verba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Análise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Botão Turbinar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17855" y="5935676"/>
            <a:ext cx="2944217" cy="226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Scripts e estratégias para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Calls de Fechamento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Quebras de Objeção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Follow-up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 Instagram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Fluxos ManyChat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Funis de Vendas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438933" y="3352799"/>
            <a:ext cx="2944217" cy="2359028"/>
            <a:chOff x="0" y="0"/>
            <a:chExt cx="3925623" cy="314537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925623" cy="3145371"/>
              <a:chOff x="0" y="0"/>
              <a:chExt cx="844238" cy="67643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44238" cy="676438"/>
              </a:xfrm>
              <a:custGeom>
                <a:avLst/>
                <a:gdLst/>
                <a:ahLst/>
                <a:cxnLst/>
                <a:rect r="r" b="b" t="t" l="l"/>
                <a:pathLst>
                  <a:path h="676438" w="844238">
                    <a:moveTo>
                      <a:pt x="123176" y="0"/>
                    </a:moveTo>
                    <a:lnTo>
                      <a:pt x="721061" y="0"/>
                    </a:lnTo>
                    <a:cubicBezTo>
                      <a:pt x="753730" y="0"/>
                      <a:pt x="785060" y="12977"/>
                      <a:pt x="808160" y="36078"/>
                    </a:cubicBezTo>
                    <a:cubicBezTo>
                      <a:pt x="831260" y="59178"/>
                      <a:pt x="844238" y="90508"/>
                      <a:pt x="844238" y="123176"/>
                    </a:cubicBezTo>
                    <a:lnTo>
                      <a:pt x="844238" y="553261"/>
                    </a:lnTo>
                    <a:cubicBezTo>
                      <a:pt x="844238" y="585930"/>
                      <a:pt x="831260" y="617260"/>
                      <a:pt x="808160" y="640360"/>
                    </a:cubicBezTo>
                    <a:cubicBezTo>
                      <a:pt x="785060" y="663460"/>
                      <a:pt x="753730" y="676438"/>
                      <a:pt x="721061" y="676438"/>
                    </a:cubicBezTo>
                    <a:lnTo>
                      <a:pt x="123176" y="676438"/>
                    </a:lnTo>
                    <a:cubicBezTo>
                      <a:pt x="90508" y="676438"/>
                      <a:pt x="59178" y="663460"/>
                      <a:pt x="36078" y="640360"/>
                    </a:cubicBezTo>
                    <a:cubicBezTo>
                      <a:pt x="12977" y="617260"/>
                      <a:pt x="0" y="585930"/>
                      <a:pt x="0" y="553261"/>
                    </a:cubicBezTo>
                    <a:lnTo>
                      <a:pt x="0" y="123176"/>
                    </a:lnTo>
                    <a:cubicBezTo>
                      <a:pt x="0" y="90508"/>
                      <a:pt x="12977" y="59178"/>
                      <a:pt x="36078" y="36078"/>
                    </a:cubicBezTo>
                    <a:cubicBezTo>
                      <a:pt x="59178" y="12977"/>
                      <a:pt x="90508" y="0"/>
                      <a:pt x="123176" y="0"/>
                    </a:cubicBezTo>
                    <a:close/>
                  </a:path>
                </a:pathLst>
              </a:custGeom>
              <a:solidFill>
                <a:srgbClr val="BC8A5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844238" cy="705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56324" y="42283"/>
              <a:ext cx="3813672" cy="3054681"/>
              <a:chOff x="0" y="0"/>
              <a:chExt cx="820162" cy="65693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20162" cy="656934"/>
              </a:xfrm>
              <a:custGeom>
                <a:avLst/>
                <a:gdLst/>
                <a:ahLst/>
                <a:cxnLst/>
                <a:rect r="r" b="b" t="t" l="l"/>
                <a:pathLst>
                  <a:path h="656934" w="820162">
                    <a:moveTo>
                      <a:pt x="126792" y="0"/>
                    </a:moveTo>
                    <a:lnTo>
                      <a:pt x="693369" y="0"/>
                    </a:lnTo>
                    <a:cubicBezTo>
                      <a:pt x="726997" y="0"/>
                      <a:pt x="759247" y="13358"/>
                      <a:pt x="783025" y="37137"/>
                    </a:cubicBezTo>
                    <a:cubicBezTo>
                      <a:pt x="806803" y="60915"/>
                      <a:pt x="820162" y="93165"/>
                      <a:pt x="820162" y="126792"/>
                    </a:cubicBezTo>
                    <a:lnTo>
                      <a:pt x="820162" y="530142"/>
                    </a:lnTo>
                    <a:cubicBezTo>
                      <a:pt x="820162" y="600168"/>
                      <a:pt x="763395" y="656934"/>
                      <a:pt x="693369" y="656934"/>
                    </a:cubicBezTo>
                    <a:lnTo>
                      <a:pt x="126792" y="656934"/>
                    </a:lnTo>
                    <a:cubicBezTo>
                      <a:pt x="93165" y="656934"/>
                      <a:pt x="60915" y="643576"/>
                      <a:pt x="37137" y="619798"/>
                    </a:cubicBezTo>
                    <a:cubicBezTo>
                      <a:pt x="13358" y="596020"/>
                      <a:pt x="0" y="563770"/>
                      <a:pt x="0" y="530142"/>
                    </a:cubicBezTo>
                    <a:lnTo>
                      <a:pt x="0" y="126792"/>
                    </a:lnTo>
                    <a:cubicBezTo>
                      <a:pt x="0" y="56767"/>
                      <a:pt x="56767" y="0"/>
                      <a:pt x="126792" y="0"/>
                    </a:cubicBezTo>
                    <a:close/>
                  </a:path>
                </a:pathLst>
              </a:custGeom>
              <a:solidFill>
                <a:srgbClr val="06082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820162" cy="685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4438933" y="4393647"/>
            <a:ext cx="2944217" cy="28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19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POSICIONAMENTO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38933" y="5935676"/>
            <a:ext cx="2944217" cy="226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Promessa RAIZ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Melhor Público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 Ideal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Crenças do Negócio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Imagem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 do Expert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7447" y="3352799"/>
            <a:ext cx="2944217" cy="2359028"/>
            <a:chOff x="0" y="0"/>
            <a:chExt cx="3925623" cy="3145371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3925623" cy="3145371"/>
              <a:chOff x="0" y="0"/>
              <a:chExt cx="844238" cy="67643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4238" cy="676438"/>
              </a:xfrm>
              <a:custGeom>
                <a:avLst/>
                <a:gdLst/>
                <a:ahLst/>
                <a:cxnLst/>
                <a:rect r="r" b="b" t="t" l="l"/>
                <a:pathLst>
                  <a:path h="676438" w="844238">
                    <a:moveTo>
                      <a:pt x="123176" y="0"/>
                    </a:moveTo>
                    <a:lnTo>
                      <a:pt x="721061" y="0"/>
                    </a:lnTo>
                    <a:cubicBezTo>
                      <a:pt x="753730" y="0"/>
                      <a:pt x="785060" y="12977"/>
                      <a:pt x="808160" y="36078"/>
                    </a:cubicBezTo>
                    <a:cubicBezTo>
                      <a:pt x="831260" y="59178"/>
                      <a:pt x="844238" y="90508"/>
                      <a:pt x="844238" y="123176"/>
                    </a:cubicBezTo>
                    <a:lnTo>
                      <a:pt x="844238" y="553261"/>
                    </a:lnTo>
                    <a:cubicBezTo>
                      <a:pt x="844238" y="585930"/>
                      <a:pt x="831260" y="617260"/>
                      <a:pt x="808160" y="640360"/>
                    </a:cubicBezTo>
                    <a:cubicBezTo>
                      <a:pt x="785060" y="663460"/>
                      <a:pt x="753730" y="676438"/>
                      <a:pt x="721061" y="676438"/>
                    </a:cubicBezTo>
                    <a:lnTo>
                      <a:pt x="123176" y="676438"/>
                    </a:lnTo>
                    <a:cubicBezTo>
                      <a:pt x="90508" y="676438"/>
                      <a:pt x="59178" y="663460"/>
                      <a:pt x="36078" y="640360"/>
                    </a:cubicBezTo>
                    <a:cubicBezTo>
                      <a:pt x="12977" y="617260"/>
                      <a:pt x="0" y="585930"/>
                      <a:pt x="0" y="553261"/>
                    </a:cubicBezTo>
                    <a:lnTo>
                      <a:pt x="0" y="123176"/>
                    </a:lnTo>
                    <a:cubicBezTo>
                      <a:pt x="0" y="90508"/>
                      <a:pt x="12977" y="59178"/>
                      <a:pt x="36078" y="36078"/>
                    </a:cubicBezTo>
                    <a:cubicBezTo>
                      <a:pt x="59178" y="12977"/>
                      <a:pt x="90508" y="0"/>
                      <a:pt x="123176" y="0"/>
                    </a:cubicBezTo>
                    <a:close/>
                  </a:path>
                </a:pathLst>
              </a:custGeom>
              <a:solidFill>
                <a:srgbClr val="BC8A5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844238" cy="705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56324" y="42283"/>
              <a:ext cx="3813672" cy="3054681"/>
              <a:chOff x="0" y="0"/>
              <a:chExt cx="820162" cy="65693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20162" cy="656934"/>
              </a:xfrm>
              <a:custGeom>
                <a:avLst/>
                <a:gdLst/>
                <a:ahLst/>
                <a:cxnLst/>
                <a:rect r="r" b="b" t="t" l="l"/>
                <a:pathLst>
                  <a:path h="656934" w="820162">
                    <a:moveTo>
                      <a:pt x="126792" y="0"/>
                    </a:moveTo>
                    <a:lnTo>
                      <a:pt x="693369" y="0"/>
                    </a:lnTo>
                    <a:cubicBezTo>
                      <a:pt x="726997" y="0"/>
                      <a:pt x="759247" y="13358"/>
                      <a:pt x="783025" y="37137"/>
                    </a:cubicBezTo>
                    <a:cubicBezTo>
                      <a:pt x="806803" y="60915"/>
                      <a:pt x="820162" y="93165"/>
                      <a:pt x="820162" y="126792"/>
                    </a:cubicBezTo>
                    <a:lnTo>
                      <a:pt x="820162" y="530142"/>
                    </a:lnTo>
                    <a:cubicBezTo>
                      <a:pt x="820162" y="600168"/>
                      <a:pt x="763395" y="656934"/>
                      <a:pt x="693369" y="656934"/>
                    </a:cubicBezTo>
                    <a:lnTo>
                      <a:pt x="126792" y="656934"/>
                    </a:lnTo>
                    <a:cubicBezTo>
                      <a:pt x="93165" y="656934"/>
                      <a:pt x="60915" y="643576"/>
                      <a:pt x="37137" y="619798"/>
                    </a:cubicBezTo>
                    <a:cubicBezTo>
                      <a:pt x="13358" y="596020"/>
                      <a:pt x="0" y="563770"/>
                      <a:pt x="0" y="530142"/>
                    </a:cubicBezTo>
                    <a:lnTo>
                      <a:pt x="0" y="126792"/>
                    </a:lnTo>
                    <a:cubicBezTo>
                      <a:pt x="0" y="56767"/>
                      <a:pt x="56767" y="0"/>
                      <a:pt x="126792" y="0"/>
                    </a:cubicBezTo>
                    <a:close/>
                  </a:path>
                </a:pathLst>
              </a:custGeom>
              <a:solidFill>
                <a:srgbClr val="06082B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820162" cy="685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1"/>
                  </a:lnSpc>
                </a:pPr>
              </a:p>
            </p:txBody>
          </p:sp>
        </p:grpSp>
      </p:grpSp>
      <p:sp>
        <p:nvSpPr>
          <p:cNvPr name="TextBox 46" id="46"/>
          <p:cNvSpPr txBox="true"/>
          <p:nvPr/>
        </p:nvSpPr>
        <p:spPr>
          <a:xfrm rot="0">
            <a:off x="1218490" y="4255534"/>
            <a:ext cx="2944217" cy="56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2"/>
              </a:lnSpc>
            </a:pPr>
            <a:r>
              <a:rPr lang="en-US" sz="198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ESTRUTURA DA MENTORIA/ ESTEIRA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8490" y="5935676"/>
            <a:ext cx="2944217" cy="226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Tema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Como entregar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 x Solução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Promessa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Preços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Conteúdo</a:t>
            </a:r>
          </a:p>
          <a:p>
            <a:pPr algn="l" marL="416703" indent="-208351" lvl="1">
              <a:lnSpc>
                <a:spcPts val="2586"/>
              </a:lnSpc>
              <a:buFont typeface="Arial"/>
              <a:buChar char="•"/>
            </a:pPr>
            <a:r>
              <a:rPr lang="en-US" sz="1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Esteira de Produtos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1646" y="4350968"/>
            <a:ext cx="9664707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Como funcionam os 6 meses  da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Mentoria Expert 5D: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4791450"/>
            <a:ext cx="16230600" cy="0"/>
          </a:xfrm>
          <a:prstGeom prst="line">
            <a:avLst/>
          </a:prstGeom>
          <a:ln cap="flat" w="38100">
            <a:solidFill>
              <a:srgbClr val="BC8A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259345" y="4281588"/>
            <a:ext cx="927885" cy="92788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96529" y="1095375"/>
            <a:ext cx="10894943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sz="6006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 01:</a:t>
            </a:r>
          </a:p>
          <a:p>
            <a:pPr algn="ctr">
              <a:lnSpc>
                <a:spcPts val="6426"/>
              </a:lnSpc>
            </a:pPr>
            <a:r>
              <a:rPr lang="en-US" b="true" sz="6006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Plano de Ação Individual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61857" y="2903332"/>
            <a:ext cx="10164286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Nesta fase nós fazemos uma análise do seu momento atual e traçamos o seu plano de ação de acordo com esse momento.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0836" y="5476173"/>
            <a:ext cx="4563865" cy="313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REUNIÃO INICIAL DE </a:t>
            </a:r>
          </a:p>
          <a:p>
            <a:pPr algn="l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ON-BOARDING:</a:t>
            </a:r>
            <a:r>
              <a:rPr lang="en-US" sz="25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Nosso primeiro passo será uma reunião individual para te receber na mentoria, mostrar todas as ferramentas e apresentar seu plano de ação individual.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056336" y="4281588"/>
            <a:ext cx="927885" cy="9278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178021" y="5476173"/>
            <a:ext cx="4845951" cy="243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TRILHAS DE IMPLEMENTAÇÃO:</a:t>
            </a:r>
            <a:r>
              <a:rPr lang="en-US" sz="25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A partir dessa validação nós vamos liberar as trilhas de implementação sempre na ordem que você irá executar. O foco é sempre no próximo passo.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68490" y="4281588"/>
            <a:ext cx="927885" cy="92788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512978" y="5476173"/>
            <a:ext cx="4563865" cy="277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REUNIÃO DE VALIDAÇÃO:</a:t>
            </a:r>
            <a:r>
              <a:rPr lang="en-US" sz="25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No segundo encontro nós vamos validar o que eu chamo de base do negócio: seu posicionamento, a estrutura da sua mentoria e sua esteira de produtos.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4791450"/>
            <a:ext cx="16230600" cy="0"/>
          </a:xfrm>
          <a:prstGeom prst="line">
            <a:avLst/>
          </a:prstGeom>
          <a:ln cap="flat" w="38100">
            <a:solidFill>
              <a:srgbClr val="BC8A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334398" y="4281588"/>
            <a:ext cx="927885" cy="92788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68455" y="1095375"/>
            <a:ext cx="11951090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sz="6006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 02:</a:t>
            </a:r>
          </a:p>
          <a:p>
            <a:pPr algn="ctr">
              <a:lnSpc>
                <a:spcPts val="6426"/>
              </a:lnSpc>
            </a:pPr>
            <a:r>
              <a:rPr lang="en-US" b="true" sz="6006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Execução e Acompanhamento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0260" y="2903332"/>
            <a:ext cx="9267480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Com o plano de ação em mãos, é hora de executar tudo, recebendo sempre o nosso acompanhamento diário.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5476173"/>
            <a:ext cx="3501181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GRUPO VIP NO WHATSAPP: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454378"/>
            <a:ext cx="3501181" cy="242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Onde você tem acesso diário a mim a um grupo de experts e mentores de 5 dígitos para tirar dúvidas, trocar experiências e fazer networking.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12912" y="4281588"/>
            <a:ext cx="927885" cy="9278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6264" y="5476173"/>
            <a:ext cx="3501181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ROTA DE</a:t>
            </a:r>
          </a:p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IMPLEMENTAÇÃO: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6264" y="6454378"/>
            <a:ext cx="3501181" cy="242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Onde todas as fases da mentoria estão listadas, com seus devidos checklists de atividade, para que você saiba o quê e quando tem que executar.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30648" y="4281588"/>
            <a:ext cx="927885" cy="92788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5476173"/>
            <a:ext cx="3501181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HOTSEATS</a:t>
            </a:r>
          </a:p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QUINZENAIS: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6454378"/>
            <a:ext cx="3501181" cy="276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Semana sim, semana não teremos encontros de hotseat onde cada mentorado tem seu espaço para trazer dúvidas de execução e atualização de atividades.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446178" y="4281588"/>
            <a:ext cx="927885" cy="92788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159531" y="5476173"/>
            <a:ext cx="3501181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LABORATÓRIO E TUTORIAS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59531" y="6454378"/>
            <a:ext cx="3501181" cy="208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Uma vez por semana nós teremos laboratório de análise de calls e também tutoria de conteúdo e posicionamento.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43734" y="4791450"/>
            <a:ext cx="16230600" cy="0"/>
          </a:xfrm>
          <a:prstGeom prst="line">
            <a:avLst/>
          </a:prstGeom>
          <a:ln cap="flat" w="38100">
            <a:solidFill>
              <a:srgbClr val="BC8A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329471" y="4281588"/>
            <a:ext cx="927885" cy="92788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407984" y="4281588"/>
            <a:ext cx="927885" cy="9278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8A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-142875" y="1095375"/>
            <a:ext cx="11951090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sz="6006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FASE  03:</a:t>
            </a:r>
          </a:p>
          <a:p>
            <a:pPr algn="ctr">
              <a:lnSpc>
                <a:spcPts val="6426"/>
              </a:lnSpc>
            </a:pPr>
            <a:r>
              <a:rPr lang="en-US" b="true" sz="6006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Celebração dos resultados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721" y="3012136"/>
            <a:ext cx="10503899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Ao final de cada ciclo é hora de apurar o resultado acumulado e celebrarmos juntos em nosso evento presencial.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970285" y="-1486051"/>
            <a:ext cx="8632878" cy="12976524"/>
          </a:xfrm>
          <a:custGeom>
            <a:avLst/>
            <a:gdLst/>
            <a:ahLst/>
            <a:cxnLst/>
            <a:rect r="r" b="b" t="t" l="l"/>
            <a:pathLst>
              <a:path h="12976524" w="8632878">
                <a:moveTo>
                  <a:pt x="0" y="0"/>
                </a:moveTo>
                <a:lnTo>
                  <a:pt x="8632879" y="0"/>
                </a:lnTo>
                <a:lnTo>
                  <a:pt x="8632879" y="12976523"/>
                </a:lnTo>
                <a:lnTo>
                  <a:pt x="0" y="12976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24" t="0" r="0" b="-16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42823" y="5476173"/>
            <a:ext cx="3501181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ENCONTRO</a:t>
            </a:r>
          </a:p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PRESENCIAL: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2823" y="6454378"/>
            <a:ext cx="3501181" cy="31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Nós vamos fechar o ciclo de mentoria com o encontro presencial, chamado Mansão 5D, exclusivo para mentorados, para falar de estratégias, cases de sucesso e fortalecer o networking.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21337" y="5476173"/>
            <a:ext cx="3501181" cy="7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ENTREGA DE</a:t>
            </a:r>
          </a:p>
          <a:p>
            <a:pPr algn="ctr">
              <a:lnSpc>
                <a:spcPts val="2833"/>
              </a:lnSpc>
            </a:pPr>
            <a:r>
              <a:rPr lang="en-US" sz="2530" b="true">
                <a:solidFill>
                  <a:srgbClr val="BC8A5B"/>
                </a:solidFill>
                <a:latin typeface="Lato Bold"/>
                <a:ea typeface="Lato Bold"/>
                <a:cs typeface="Lato Bold"/>
                <a:sym typeface="Lato Bold"/>
              </a:rPr>
              <a:t>PLAQUINHAS: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21337" y="6454378"/>
            <a:ext cx="3501181" cy="276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43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Vamos usar o encontro também para apurar o resultado acumulado e reconhecer cada mentorado com a entrega das plaquinhas, celebrando juntos o avanço de cada um.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0601" y="4350968"/>
            <a:ext cx="11046798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+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 bônus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caso você entre na mentoria aqui na call: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3866332" y="6293534"/>
            <a:ext cx="764383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866332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40" y="0"/>
                </a:lnTo>
                <a:lnTo>
                  <a:pt x="928440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58258" y="3183999"/>
            <a:ext cx="11046798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Bônus 1: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mais 1 mês de mentoria, totalizando 7 meses.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395099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40" y="0"/>
                </a:lnTo>
                <a:lnTo>
                  <a:pt x="928440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23866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40" y="0"/>
                </a:lnTo>
                <a:lnTo>
                  <a:pt x="928440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52633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39" y="0"/>
                </a:lnTo>
                <a:lnTo>
                  <a:pt x="928439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81400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39" y="0"/>
                </a:lnTo>
                <a:lnTo>
                  <a:pt x="928439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10167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39" y="0"/>
                </a:lnTo>
                <a:lnTo>
                  <a:pt x="928439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38934" y="5829314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39" y="0"/>
                </a:lnTo>
                <a:lnTo>
                  <a:pt x="928439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2438606" y="6293534"/>
            <a:ext cx="600327" cy="0"/>
          </a:xfrm>
          <a:prstGeom prst="line">
            <a:avLst/>
          </a:prstGeom>
          <a:ln cap="flat" w="38100">
            <a:solidFill>
              <a:srgbClr val="BC8A5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123365" y="6352306"/>
            <a:ext cx="152876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592952" y="3537149"/>
            <a:ext cx="11046798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Bônus 2: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mais uma call 1:1 totalizando 3 calls.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23365" y="5888086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39" y="0"/>
                </a:lnTo>
                <a:lnTo>
                  <a:pt x="928439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52131" y="5888086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40" y="0"/>
                </a:lnTo>
                <a:lnTo>
                  <a:pt x="928440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80898" y="5888086"/>
            <a:ext cx="928439" cy="928439"/>
          </a:xfrm>
          <a:custGeom>
            <a:avLst/>
            <a:gdLst/>
            <a:ahLst/>
            <a:cxnLst/>
            <a:rect r="r" b="b" t="t" l="l"/>
            <a:pathLst>
              <a:path h="928439" w="928439">
                <a:moveTo>
                  <a:pt x="0" y="0"/>
                </a:moveTo>
                <a:lnTo>
                  <a:pt x="928440" y="0"/>
                </a:lnTo>
                <a:lnTo>
                  <a:pt x="928440" y="928440"/>
                </a:lnTo>
                <a:lnTo>
                  <a:pt x="0" y="928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580571" y="6352306"/>
            <a:ext cx="600327" cy="0"/>
          </a:xfrm>
          <a:prstGeom prst="line">
            <a:avLst/>
          </a:prstGeom>
          <a:ln cap="flat" w="38100">
            <a:solidFill>
              <a:srgbClr val="BC8A5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0601" y="4350968"/>
            <a:ext cx="11046798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Qual o investimento para fazer parte da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Mentoria Expert 5D: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17358" y="-10379849"/>
            <a:ext cx="48869079" cy="31339124"/>
            <a:chOff x="0" y="0"/>
            <a:chExt cx="65158772" cy="41785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360091" y="13402705"/>
              <a:ext cx="13398807" cy="16742783"/>
            </a:xfrm>
            <a:custGeom>
              <a:avLst/>
              <a:gdLst/>
              <a:ahLst/>
              <a:cxnLst/>
              <a:rect r="r" b="b" t="t" l="l"/>
              <a:pathLst>
                <a:path h="16742783" w="13398807">
                  <a:moveTo>
                    <a:pt x="0" y="0"/>
                  </a:moveTo>
                  <a:lnTo>
                    <a:pt x="13398807" y="0"/>
                  </a:lnTo>
                  <a:lnTo>
                    <a:pt x="13398807" y="16742783"/>
                  </a:lnTo>
                  <a:lnTo>
                    <a:pt x="0" y="16742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545352">
              <a:off x="12372573" y="9121428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79" y="0"/>
                  </a:lnTo>
                  <a:lnTo>
                    <a:pt x="25428779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545352">
              <a:off x="11693772" y="15894135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545352">
              <a:off x="26286143" y="9121428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545352">
              <a:off x="27439638" y="15894135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969926"/>
              <a:ext cx="35097792" cy="35815572"/>
            </a:xfrm>
            <a:custGeom>
              <a:avLst/>
              <a:gdLst/>
              <a:ahLst/>
              <a:cxnLst/>
              <a:rect r="r" b="b" t="t" l="l"/>
              <a:pathLst>
                <a:path h="35815572" w="35097792">
                  <a:moveTo>
                    <a:pt x="0" y="0"/>
                  </a:moveTo>
                  <a:lnTo>
                    <a:pt x="35097792" y="0"/>
                  </a:lnTo>
                  <a:lnTo>
                    <a:pt x="35097792" y="35815572"/>
                  </a:lnTo>
                  <a:lnTo>
                    <a:pt x="0" y="3581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4000"/>
              </a:blip>
              <a:stretch>
                <a:fillRect l="-16019" t="-6847" r="0" b="-6847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9870020" y="0"/>
              <a:ext cx="35288753" cy="35815572"/>
            </a:xfrm>
            <a:custGeom>
              <a:avLst/>
              <a:gdLst/>
              <a:ahLst/>
              <a:cxnLst/>
              <a:rect r="r" b="b" t="t" l="l"/>
              <a:pathLst>
                <a:path h="35815572" w="35288753">
                  <a:moveTo>
                    <a:pt x="0" y="0"/>
                  </a:moveTo>
                  <a:lnTo>
                    <a:pt x="35288752" y="0"/>
                  </a:lnTo>
                  <a:lnTo>
                    <a:pt x="35288752" y="35815572"/>
                  </a:lnTo>
                  <a:lnTo>
                    <a:pt x="0" y="3581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999"/>
              </a:blip>
              <a:stretch>
                <a:fillRect l="0" t="-7156" r="-16019" b="-7156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8832980" y="2799019"/>
            <a:ext cx="0" cy="417543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740616" y="2747480"/>
            <a:ext cx="184727" cy="18472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781822" y="1476671"/>
            <a:ext cx="8849906" cy="65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70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Mentoria </a:t>
            </a:r>
            <a:r>
              <a:rPr lang="en-US" sz="4709" b="true">
                <a:solidFill>
                  <a:srgbClr val="BC8A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Expert5D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3231" y="2500986"/>
            <a:ext cx="8849906" cy="465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Reunião de ON-BOARDING individual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Reunião de Validação individual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+ 2 encontros mensais de Hotseat em grupo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+ 4 encontros mensais de Laboratório em grupo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 Área de Membros da Mentoria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 Grupo VIP no WhatsApp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 Rota</a:t>
            </a:r>
            <a:r>
              <a:rPr lang="en-US" sz="24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Implementação</a:t>
            </a:r>
          </a:p>
          <a:p>
            <a:pPr algn="l">
              <a:lnSpc>
                <a:spcPts val="4695"/>
              </a:lnSpc>
            </a:pPr>
            <a:r>
              <a:rPr lang="en-US" sz="244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 Tutoria de Copy, Conteúdo, Tráfego e Comercial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81822" y="7687541"/>
            <a:ext cx="6706828" cy="68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6"/>
              </a:lnSpc>
            </a:pPr>
            <a:r>
              <a:rPr lang="en-US" sz="4025" b="true">
                <a:solidFill>
                  <a:srgbClr val="BC8A5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R$ 3.000</a:t>
            </a:r>
            <a:r>
              <a:rPr lang="en-US" sz="402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à vista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00082" y="8360557"/>
            <a:ext cx="6706828" cy="45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6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3x de R$ 1.200 no Pix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1136" y="2037720"/>
            <a:ext cx="1465547" cy="28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</a:pPr>
            <a:r>
              <a:rPr lang="en-US" sz="171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e m e s t r a 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40616" y="3354577"/>
            <a:ext cx="184727" cy="18472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40616" y="3916381"/>
            <a:ext cx="184727" cy="18472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40616" y="4520208"/>
            <a:ext cx="184727" cy="18472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40616" y="5104986"/>
            <a:ext cx="184727" cy="18472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40616" y="5699288"/>
            <a:ext cx="184727" cy="18472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40616" y="6285829"/>
            <a:ext cx="184727" cy="18472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40616" y="6889656"/>
            <a:ext cx="184727" cy="18472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1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800082" y="8797524"/>
            <a:ext cx="6706828" cy="45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6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Até 12x de R$ 300 via Eduzz (Cartão)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448" y="-228058"/>
            <a:ext cx="18719598" cy="10680469"/>
          </a:xfrm>
          <a:custGeom>
            <a:avLst/>
            <a:gdLst/>
            <a:ahLst/>
            <a:cxnLst/>
            <a:rect r="r" b="b" t="t" l="l"/>
            <a:pathLst>
              <a:path h="10680469" w="18719598">
                <a:moveTo>
                  <a:pt x="0" y="0"/>
                </a:moveTo>
                <a:lnTo>
                  <a:pt x="18719598" y="0"/>
                </a:lnTo>
                <a:lnTo>
                  <a:pt x="18719598" y="10680469"/>
                </a:lnTo>
                <a:lnTo>
                  <a:pt x="0" y="1068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8423" r="0" b="-84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4559" y="4350968"/>
            <a:ext cx="11823584" cy="165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Ou seja, com </a:t>
            </a:r>
            <a:r>
              <a:rPr lang="en-US" b="true" sz="6006" i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ou 2 vendas</a:t>
            </a:r>
            <a:r>
              <a:rPr lang="en-US" b="true" sz="6006" i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você já transforma o investimento em lucro.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917358" y="-10379849"/>
            <a:ext cx="48869079" cy="31339124"/>
            <a:chOff x="0" y="0"/>
            <a:chExt cx="65158772" cy="41785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360091" y="13402705"/>
              <a:ext cx="13398807" cy="16742783"/>
            </a:xfrm>
            <a:custGeom>
              <a:avLst/>
              <a:gdLst/>
              <a:ahLst/>
              <a:cxnLst/>
              <a:rect r="r" b="b" t="t" l="l"/>
              <a:pathLst>
                <a:path h="16742783" w="13398807">
                  <a:moveTo>
                    <a:pt x="0" y="0"/>
                  </a:moveTo>
                  <a:lnTo>
                    <a:pt x="13398807" y="0"/>
                  </a:lnTo>
                  <a:lnTo>
                    <a:pt x="13398807" y="16742783"/>
                  </a:lnTo>
                  <a:lnTo>
                    <a:pt x="0" y="16742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545352">
              <a:off x="12372573" y="9121428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79" y="0"/>
                  </a:lnTo>
                  <a:lnTo>
                    <a:pt x="25428779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545352">
              <a:off x="11693772" y="15894135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5545352">
              <a:off x="26286143" y="9121428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545352">
              <a:off x="27439638" y="15894135"/>
              <a:ext cx="25428780" cy="15967155"/>
            </a:xfrm>
            <a:custGeom>
              <a:avLst/>
              <a:gdLst/>
              <a:ahLst/>
              <a:cxnLst/>
              <a:rect r="r" b="b" t="t" l="l"/>
              <a:pathLst>
                <a:path h="15967155" w="25428780">
                  <a:moveTo>
                    <a:pt x="0" y="0"/>
                  </a:moveTo>
                  <a:lnTo>
                    <a:pt x="25428780" y="0"/>
                  </a:lnTo>
                  <a:lnTo>
                    <a:pt x="25428780" y="15967155"/>
                  </a:lnTo>
                  <a:lnTo>
                    <a:pt x="0" y="15967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969926"/>
              <a:ext cx="35097792" cy="35815572"/>
            </a:xfrm>
            <a:custGeom>
              <a:avLst/>
              <a:gdLst/>
              <a:ahLst/>
              <a:cxnLst/>
              <a:rect r="r" b="b" t="t" l="l"/>
              <a:pathLst>
                <a:path h="35815572" w="35097792">
                  <a:moveTo>
                    <a:pt x="0" y="0"/>
                  </a:moveTo>
                  <a:lnTo>
                    <a:pt x="35097792" y="0"/>
                  </a:lnTo>
                  <a:lnTo>
                    <a:pt x="35097792" y="35815572"/>
                  </a:lnTo>
                  <a:lnTo>
                    <a:pt x="0" y="3581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4000"/>
              </a:blip>
              <a:stretch>
                <a:fillRect l="-16019" t="-6847" r="0" b="-6847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9870020" y="0"/>
              <a:ext cx="35288753" cy="35815572"/>
            </a:xfrm>
            <a:custGeom>
              <a:avLst/>
              <a:gdLst/>
              <a:ahLst/>
              <a:cxnLst/>
              <a:rect r="r" b="b" t="t" l="l"/>
              <a:pathLst>
                <a:path h="35815572" w="35288753">
                  <a:moveTo>
                    <a:pt x="0" y="0"/>
                  </a:moveTo>
                  <a:lnTo>
                    <a:pt x="35288752" y="0"/>
                  </a:lnTo>
                  <a:lnTo>
                    <a:pt x="35288752" y="35815572"/>
                  </a:lnTo>
                  <a:lnTo>
                    <a:pt x="0" y="3581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999"/>
              </a:blip>
              <a:stretch>
                <a:fillRect l="0" t="-7156" r="-16019" b="-715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70210" y="4370930"/>
            <a:ext cx="5235732" cy="147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2832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Para mim será um prazer e uma honra te guiar nessa jornada. Te espero do lado de cá.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0210" y="2716582"/>
            <a:ext cx="7819841" cy="119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4506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Espero ter o seu </a:t>
            </a:r>
            <a:r>
              <a:rPr lang="en-US" sz="4506" i="true" b="true">
                <a:solidFill>
                  <a:srgbClr val="BC8A5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depoimento </a:t>
            </a:r>
            <a:r>
              <a:rPr lang="en-US" sz="4506" i="true" b="true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dentro da mentoria em breve.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153590" y="6648838"/>
            <a:ext cx="3819091" cy="954773"/>
          </a:xfrm>
          <a:custGeom>
            <a:avLst/>
            <a:gdLst/>
            <a:ahLst/>
            <a:cxnLst/>
            <a:rect r="r" b="b" t="t" l="l"/>
            <a:pathLst>
              <a:path h="954773" w="3819091">
                <a:moveTo>
                  <a:pt x="0" y="0"/>
                </a:moveTo>
                <a:lnTo>
                  <a:pt x="3819091" y="0"/>
                </a:lnTo>
                <a:lnTo>
                  <a:pt x="3819091" y="954773"/>
                </a:lnTo>
                <a:lnTo>
                  <a:pt x="0" y="954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53590" y="6648838"/>
            <a:ext cx="3819091" cy="954773"/>
          </a:xfrm>
          <a:custGeom>
            <a:avLst/>
            <a:gdLst/>
            <a:ahLst/>
            <a:cxnLst/>
            <a:rect r="r" b="b" t="t" l="l"/>
            <a:pathLst>
              <a:path h="954773" w="3819091">
                <a:moveTo>
                  <a:pt x="0" y="0"/>
                </a:moveTo>
                <a:lnTo>
                  <a:pt x="3819091" y="0"/>
                </a:lnTo>
                <a:lnTo>
                  <a:pt x="3819091" y="954773"/>
                </a:lnTo>
                <a:lnTo>
                  <a:pt x="0" y="954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53590" y="6648838"/>
            <a:ext cx="3819091" cy="954773"/>
          </a:xfrm>
          <a:custGeom>
            <a:avLst/>
            <a:gdLst/>
            <a:ahLst/>
            <a:cxnLst/>
            <a:rect r="r" b="b" t="t" l="l"/>
            <a:pathLst>
              <a:path h="954773" w="3819091">
                <a:moveTo>
                  <a:pt x="0" y="0"/>
                </a:moveTo>
                <a:lnTo>
                  <a:pt x="3819091" y="0"/>
                </a:lnTo>
                <a:lnTo>
                  <a:pt x="3819091" y="954773"/>
                </a:lnTo>
                <a:lnTo>
                  <a:pt x="0" y="954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DAGSMapZJM8</dc:identifier>
  <dcterms:modified xsi:type="dcterms:W3CDTF">2011-08-01T06:04:30Z</dcterms:modified>
  <cp:revision>1</cp:revision>
  <dc:title>Template - MENTORIA EXPERT 5D - SET 24 - IMPLEMENTAÇÃO</dc:title>
</cp:coreProperties>
</file>